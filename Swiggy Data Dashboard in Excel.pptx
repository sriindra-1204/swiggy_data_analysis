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BE3C1-DBE1-495D-B57B-2849774B866A}" type="datetimeFigureOut">
              <a:rPr lang="en-US" dirty="0"/>
              <a:t>3/9/2026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42F4-6EEF-4EF7-8ED4-2208F0F89A08}" type="datetimeFigureOut">
              <a:rPr lang="en-US" dirty="0"/>
              <a:t>3/9/2026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78ACC-22D6-47C1-A373-4FD133E34F3C}" type="datetimeFigureOut">
              <a:rPr lang="en-US" dirty="0"/>
              <a:t>3/9/2026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A6C69-6797-4E8A-BF37-F2C3751466E9}" type="datetimeFigureOut">
              <a:rPr lang="en-US" dirty="0"/>
              <a:t>3/9/2026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014A1-A632-4878-A0D3-F52BA7563730}" type="datetimeFigureOut">
              <a:rPr lang="en-US" dirty="0"/>
              <a:t>3/9/2026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9F462-093F-4566-844B-4C71F2739DA5}" type="datetimeFigureOut">
              <a:rPr lang="en-US" dirty="0"/>
              <a:t>3/9/2026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4A7AC-904D-4781-85BA-7D10C17ED021}" type="datetimeFigureOut">
              <a:rPr lang="en-US" dirty="0"/>
              <a:t>3/9/2026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1444B-B92B-4E27-8C94-BB93EAF5CB18}" type="datetimeFigureOut">
              <a:rPr lang="en-US" dirty="0"/>
              <a:t>3/9/2026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EFA5E-FA76-400D-B3DC-F0BA90E6D107}" type="datetimeFigureOut">
              <a:rPr lang="en-US" dirty="0"/>
              <a:t>3/9/2026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C117F-5CCF-4837-BE5F-2B92066CAFAF}" type="datetimeFigureOut">
              <a:rPr lang="en-US" dirty="0"/>
              <a:t>3/9/2026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B90BD-B6CE-46B7-997F-7313B992CCDC}" type="datetimeFigureOut">
              <a:rPr lang="en-US" dirty="0"/>
              <a:t>3/9/2026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9D11F-B188-461D-B23F-39381795C052}" type="datetimeFigureOut">
              <a:rPr lang="en-US" dirty="0"/>
              <a:t>3/9/2026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6D8D9-55A2-4063-B0F3-121F44549695}" type="datetimeFigureOut">
              <a:rPr lang="en-US" dirty="0"/>
              <a:t>3/9/2026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24536-994D-4021-A283-9F449C0DB509}" type="datetimeFigureOut">
              <a:rPr lang="en-US" dirty="0"/>
              <a:t>3/9/2026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BBB78-C96F-47B7-AB17-D852CA960AC9}" type="datetimeFigureOut">
              <a:rPr lang="en-US" dirty="0"/>
              <a:t>3/9/2026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3F48C-C7C6-4055-9F49-3777875E72AE}" type="datetimeFigureOut">
              <a:rPr lang="en-US" dirty="0"/>
              <a:t>3/9/2026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6178E61D-D431-422C-9764-11DAFE33AB63}" type="datetimeFigureOut">
              <a:rPr lang="en-US" dirty="0"/>
              <a:t>3/9/2026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6E9DEC-419B-4CC5-A080-3B06BD5A8291}" type="datetimeFigureOut">
              <a:rPr lang="en-US" dirty="0"/>
              <a:t>3/9/2026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ED1A6-9D17-52B0-A242-2FCF999A04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1949" y="3037800"/>
            <a:ext cx="7777316" cy="782399"/>
          </a:xfrm>
        </p:spPr>
        <p:txBody>
          <a:bodyPr/>
          <a:lstStyle/>
          <a:p>
            <a:r>
              <a:rPr lang="en-IN" sz="4000" dirty="0"/>
              <a:t>Swiggy Data Problem Statement </a:t>
            </a:r>
          </a:p>
        </p:txBody>
      </p:sp>
    </p:spTree>
    <p:extLst>
      <p:ext uri="{BB962C8B-B14F-4D97-AF65-F5344CB8AC3E}">
        <p14:creationId xmlns:p14="http://schemas.microsoft.com/office/powerpoint/2010/main" val="5298027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D9A936A-028D-C597-E7BC-F2DEECEAD53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919" r="15564" b="14650"/>
          <a:stretch>
            <a:fillRect/>
          </a:stretch>
        </p:blipFill>
        <p:spPr>
          <a:xfrm>
            <a:off x="1170038" y="2062316"/>
            <a:ext cx="9242323" cy="4682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70389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8EE58FD-60F9-81A9-B8BB-316AAEBAA7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000" r="10080" b="6445"/>
          <a:stretch>
            <a:fillRect/>
          </a:stretch>
        </p:blipFill>
        <p:spPr>
          <a:xfrm>
            <a:off x="1297857" y="2091885"/>
            <a:ext cx="9163665" cy="4495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820213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12</TotalTime>
  <Words>4</Words>
  <Application>Microsoft Office PowerPoint</Application>
  <PresentationFormat>Widescreen</PresentationFormat>
  <Paragraphs>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Trebuchet MS</vt:lpstr>
      <vt:lpstr>Berlin</vt:lpstr>
      <vt:lpstr>Swiggy Data Problem Statement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sriindra S</dc:creator>
  <cp:lastModifiedBy>sriindra S</cp:lastModifiedBy>
  <cp:revision>4</cp:revision>
  <dcterms:created xsi:type="dcterms:W3CDTF">2026-03-09T05:46:08Z</dcterms:created>
  <dcterms:modified xsi:type="dcterms:W3CDTF">2026-03-09T05:58:25Z</dcterms:modified>
</cp:coreProperties>
</file>